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6ED3-CD83-A8DE-040C-B19D7A41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1E530-1E67-47FD-8A0E-585BB7C24ED2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05103-0689-2559-58F0-7B93A26B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4CC62-8A1D-C5F1-AE4C-21A1C878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7F351-B2C4-4A86-948D-8592C8C89C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89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217D6-ED6D-39C2-B3CC-5FA59D0D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68CDC-29BE-4E8F-8784-EC3D1F9F4E5F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10C9A-7506-F306-3F64-8FE554D7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09D6A-7EB6-98B1-D1F9-1B705788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64A45-DD72-4EF5-BA42-86E72DAEFC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039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105F-B8B8-0DC6-D07C-2421B577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0206F-9B3E-4F83-B628-36B7B327BF21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FE716-5E94-C237-72FD-2BEA3E14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FB61A-754B-D597-7CE8-1F1B870B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3B2C13-2577-436C-ABEB-8DFCBD8C0E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735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89536E-C5E7-1A29-4793-03A106B5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5564D-20ED-492B-8220-6361F6D80A09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D1B38FD-BBFB-07FC-9625-ED3A65B8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3285A2-2CF2-0C53-FB4E-22B8037C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76BE30-D1FF-4A2E-91EB-B851144025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6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BE887E-39AB-1F7E-6FC3-01B56918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3F301-4A6E-40AD-A7E3-99FD2AFE507E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67687DB-805D-6235-BA6E-B8D5EC7D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7675D3-6353-8CE0-9CFE-6B44851A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9CC1C-A0E3-4EB1-BCE0-CAC7E99719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653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58F499-76A5-BBDE-FDF3-AAE71D9ED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A01EE-A11F-4861-96F0-01BBF90DA2DD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C8321A-D808-CD20-3157-E9D7AF32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C65BE72-D53C-2053-9558-415DFAD7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FF0779-BF9D-4345-91F0-E4BFE655C0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795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BD72DF-218A-3C6C-AC43-519DC040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43604-123C-4117-B1C3-7A012227C255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AB8D392-58F5-3595-CE64-D70F06ABD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DC27E31-6D87-36EC-12DD-9D97D38B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711F4-C354-4D04-B2C4-879D7CBB65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63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D6F10EC-E41F-2572-7434-55363DC3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231F4F-38D9-4878-A9D9-99E105C4CE53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7C8422-1202-4EFF-5B12-7DF83FFD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706D54-A4A8-D4F8-5AE6-810D4D0F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1F2F7-E362-4B17-BD7A-63B8AF92D2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694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7EF0A6D-81DE-2985-8EEC-F5AA1F7B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8008D-5664-4E60-AE5E-4929139F72F5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01E630-640D-8F83-F953-6287888A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D22736-D5A2-1C76-858F-4D4148ED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82A8ED-E575-4A1B-8FFA-5BBB3FED7A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001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BBF3A-D001-C3BE-4D7D-EAE88583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5A400-7F75-4B3D-85BC-120E6CA65C9F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E9927-DFD7-93F8-2401-73CB5ACF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C7836-3B12-BB80-4A3C-59FE4914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E7869-7C97-450A-9C0D-F1985CF660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10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FA8DE-9100-1D08-0969-D355D6EA6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41393-1367-44A3-8483-25E8869C6989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FB7C2-4B1B-D792-A4C4-CDAECB14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155A8-641A-2103-E400-47D67E74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99E0A0-D277-4F40-A3D6-E3AFC165E7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58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DC2ADAA-38B5-9397-FF71-A52EBB9E48A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090840A-872A-123D-67CF-D1209A5FC2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CB6FD-6483-F10F-D3D6-479047F42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BCFC8-4071-41E6-B7E1-203CEFCC07E0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67EE-AD9C-5096-9E6F-1DFE91AEB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C339-AF2E-5C1B-3E3A-F88DDE771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F891492-FE38-4244-A014-C84276BC53D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audio" Target="../media/audio5.wav"/><Relationship Id="rId4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audio" Target="../media/audio4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857B-81E2-EFC5-B8A7-FDF72E487A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Dolphins" pitchFamily="2" charset="0"/>
              </a:rPr>
              <a:t>Bartonella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Dolphins" pitchFamily="2" charset="0"/>
              </a:rPr>
              <a:t> </a:t>
            </a:r>
            <a:r>
              <a:rPr lang="en-US"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Dolphins" pitchFamily="2" charset="0"/>
              </a:rPr>
              <a:t>Henselae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Dolphins" pitchFamily="2" charset="0"/>
              </a:rPr>
              <a:t>(Lyme </a:t>
            </a:r>
            <a:r>
              <a:rPr lang="en-US" sz="3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Dolphins" pitchFamily="2" charset="0"/>
              </a:rPr>
              <a:t>Diease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Quantum Taper BRK" pitchFamily="2" charset="0"/>
              </a:rPr>
              <a:t>)</a:t>
            </a:r>
          </a:p>
        </p:txBody>
      </p:sp>
      <p:sp>
        <p:nvSpPr>
          <p:cNvPr id="2051" name="Subtitle 2">
            <a:extLst>
              <a:ext uri="{FF2B5EF4-FFF2-40B4-BE49-F238E27FC236}">
                <a16:creationId xmlns:a16="http://schemas.microsoft.com/office/drawing/2014/main" id="{BA19713F-C4FC-CB38-0758-227878D38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  <a:latin typeface="Space Age" panose="02000500020000020004" pitchFamily="2" charset="0"/>
              </a:rPr>
              <a:t>Thomas Pham</a:t>
            </a:r>
          </a:p>
          <a:p>
            <a:endParaRPr lang="en-US" altLang="en-US">
              <a:solidFill>
                <a:schemeClr val="tx1"/>
              </a:solidFill>
              <a:latin typeface="Space Age" panose="02000500020000020004" pitchFamily="2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Space Age" panose="02000500020000020004" pitchFamily="2" charset="0"/>
              </a:rPr>
              <a:t>Bio.240</a:t>
            </a:r>
          </a:p>
        </p:txBody>
      </p:sp>
    </p:spTree>
  </p:cSld>
  <p:clrMapOvr>
    <a:masterClrMapping/>
  </p:clrMapOvr>
  <p:transition>
    <p:push dir="r"/>
    <p:sndAc>
      <p:stSnd>
        <p:snd r:embed="rId2" name="pu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F619AC3-2BF4-70E4-679A-06DDE54E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C000"/>
                </a:solidFill>
                <a:latin typeface="Chemical Reaction A BRK" pitchFamily="2" charset="0"/>
              </a:rPr>
              <a:t>Gram-Stain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8257D-206E-EC2C-315F-76489801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SF Distant Galaxy" panose="00000400000000000000" pitchFamily="2" charset="0"/>
              </a:rPr>
              <a:t>Bartonella Henselae stains gram-negative on a gram-stain slide.</a:t>
            </a:r>
          </a:p>
        </p:txBody>
      </p:sp>
    </p:spTree>
  </p:cSld>
  <p:clrMapOvr>
    <a:masterClrMapping/>
  </p:clrMapOvr>
  <p:transition>
    <p:push dir="r"/>
    <p:sndAc>
      <p:stSnd>
        <p:snd r:embed="rId2" name="pu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8B50D00-D133-89D6-A914-C947C2B2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3F841C08-66A1-9A94-A98D-CA6C189F7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ransition>
    <p:push dir="r"/>
    <p:sndAc>
      <p:stSnd>
        <p:snd r:embed="rId2" name="push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1B9F3B42-4021-5C38-EF64-CA14611A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Treatment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CA116856-A25F-3857-6965-C14ADBFE7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ransition>
    <p:cover dir="u"/>
    <p:sndAc>
      <p:stSnd>
        <p:snd r:embed="rId2" name="push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DB5150B-D520-ADAE-0E9B-C5D5C70D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C5FBC60-12C9-D91F-7B0A-11C9384D5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97883AB-AFD9-388C-5B39-9ABEF55A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B3E38531-2DDB-F020-F777-696A20D01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ED83F5B-48C3-1556-61A1-51184D40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A30A3273-AE62-BA44-D40E-099C09AB7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BE922A7-E1E9-F33C-42DB-DAA248F3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2A1C3EB3-02C8-3391-BC8B-909EF11BC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ransition>
    <p:cover dir="r"/>
    <p:sndAc>
      <p:stSnd>
        <p:snd r:embed="rId2" name="push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8E12621-BB75-C8F7-EC94-06BC4368D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C000"/>
                </a:solidFill>
                <a:latin typeface="Space Age" panose="02000500020000020004" pitchFamily="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00E75-F8C4-C073-1840-A8CFD2FBF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C000"/>
                </a:solidFill>
                <a:latin typeface="DigitalSurf" panose="020B0000000000000000" pitchFamily="34" charset="0"/>
              </a:rPr>
              <a:t>I hope you find this presentation helpful.</a:t>
            </a:r>
          </a:p>
          <a:p>
            <a:endParaRPr lang="en-US" altLang="en-US">
              <a:solidFill>
                <a:srgbClr val="FFC000"/>
              </a:solidFill>
              <a:latin typeface="DigitalSurf" panose="020B0000000000000000" pitchFamily="34" charset="0"/>
            </a:endParaRPr>
          </a:p>
          <a:p>
            <a:r>
              <a:rPr lang="en-US" altLang="en-US">
                <a:solidFill>
                  <a:srgbClr val="FFC000"/>
                </a:solidFill>
                <a:latin typeface="DigitalSurf" panose="020B0000000000000000" pitchFamily="34" charset="0"/>
              </a:rPr>
              <a:t>Thank you for watching this presentation.</a:t>
            </a:r>
          </a:p>
          <a:p>
            <a:endParaRPr lang="en-US" altLang="en-US">
              <a:solidFill>
                <a:srgbClr val="FFC000"/>
              </a:solidFill>
              <a:latin typeface="DigitalSurf" panose="020B0000000000000000" pitchFamily="34" charset="0"/>
            </a:endParaRPr>
          </a:p>
          <a:p>
            <a:r>
              <a:rPr lang="en-US" altLang="en-US">
                <a:solidFill>
                  <a:srgbClr val="FFC000"/>
                </a:solidFill>
                <a:latin typeface="DigitalSurf" panose="020B0000000000000000" pitchFamily="34" charset="0"/>
              </a:rPr>
              <a:t>Now you know how to prevent this from happening to others.</a:t>
            </a:r>
          </a:p>
          <a:p>
            <a:endParaRPr lang="en-US" altLang="en-US">
              <a:solidFill>
                <a:srgbClr val="FFC000"/>
              </a:solidFill>
              <a:latin typeface="DigitalSurf" panose="020B0000000000000000" pitchFamily="34" charset="0"/>
            </a:endParaRPr>
          </a:p>
        </p:txBody>
      </p:sp>
    </p:spTree>
  </p:cSld>
  <p:clrMapOvr>
    <a:masterClrMapping/>
  </p:clrMapOvr>
  <p:transition>
    <p:cover/>
    <p:sndAc>
      <p:stSnd>
        <p:snd r:embed="rId2" name="pu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70CCCAC-3411-0BA3-9344-A03E9371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B050"/>
                </a:solidFill>
                <a:latin typeface="DigitalSurf" panose="020B0000000000000000" pitchFamily="34" charset="0"/>
              </a:rPr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AC5E-F261-C6D4-18BC-90DAA4580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>
              <a:solidFill>
                <a:srgbClr val="FFC000"/>
              </a:solidFill>
            </a:endParaRPr>
          </a:p>
          <a:p>
            <a:r>
              <a:rPr lang="en-US" altLang="en-US" sz="2400">
                <a:solidFill>
                  <a:schemeClr val="bg1"/>
                </a:solidFill>
                <a:latin typeface="Space Age" panose="02000500020000020004" pitchFamily="2" charset="0"/>
              </a:rPr>
              <a:t>Did you learn anything new?</a:t>
            </a:r>
          </a:p>
          <a:p>
            <a:endParaRPr lang="en-US" altLang="en-US" sz="2400">
              <a:solidFill>
                <a:schemeClr val="bg1"/>
              </a:solidFill>
              <a:latin typeface="Space Age" panose="02000500020000020004" pitchFamily="2" charset="0"/>
            </a:endParaRPr>
          </a:p>
          <a:p>
            <a:r>
              <a:rPr lang="en-US" altLang="en-US" sz="2400">
                <a:solidFill>
                  <a:schemeClr val="bg1"/>
                </a:solidFill>
                <a:latin typeface="Space Age" panose="02000500020000020004" pitchFamily="2" charset="0"/>
              </a:rPr>
              <a:t>What did you think of the presentation?</a:t>
            </a:r>
          </a:p>
          <a:p>
            <a:endParaRPr lang="en-US" altLang="en-US" sz="2400">
              <a:solidFill>
                <a:schemeClr val="bg1"/>
              </a:solidFill>
              <a:latin typeface="Space Age" panose="02000500020000020004" pitchFamily="2" charset="0"/>
            </a:endParaRPr>
          </a:p>
          <a:p>
            <a:r>
              <a:rPr lang="en-US" altLang="en-US" sz="2400">
                <a:solidFill>
                  <a:schemeClr val="bg1"/>
                </a:solidFill>
                <a:latin typeface="Space Age" panose="02000500020000020004" pitchFamily="2" charset="0"/>
              </a:rPr>
              <a:t>Did this presetation give you a better understanding of Bartonella Henselae?</a:t>
            </a:r>
          </a:p>
        </p:txBody>
      </p:sp>
    </p:spTree>
  </p:cSld>
  <p:clrMapOvr>
    <a:masterClrMapping/>
  </p:clrMapOvr>
  <p:transition>
    <p:newsflash/>
    <p:sndAc>
      <p:stSnd>
        <p:snd r:embed="rId2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78</Words>
  <Application>Microsoft Office PowerPoint</Application>
  <PresentationFormat>On-screen Show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Calibri</vt:lpstr>
      <vt:lpstr>Arial</vt:lpstr>
      <vt:lpstr>Dolphins</vt:lpstr>
      <vt:lpstr>Quantum Taper BRK</vt:lpstr>
      <vt:lpstr>Space Age</vt:lpstr>
      <vt:lpstr>Chemical Reaction A BRK</vt:lpstr>
      <vt:lpstr>SF Distant Galaxy</vt:lpstr>
      <vt:lpstr>DigitalSurf</vt:lpstr>
      <vt:lpstr>Office Theme</vt:lpstr>
      <vt:lpstr>Bartonella Henselae(Lyme Diease)</vt:lpstr>
      <vt:lpstr>Gram-Stain</vt:lpstr>
      <vt:lpstr>PowerPoint Presentation</vt:lpstr>
      <vt:lpstr>Treatment</vt:lpstr>
      <vt:lpstr>PowerPoint Presentation</vt:lpstr>
      <vt:lpstr>PowerPoint Presentation</vt:lpstr>
      <vt:lpstr>PowerPoint Presentation</vt:lpstr>
      <vt:lpstr>PowerPoint Presentation</vt:lpstr>
      <vt:lpstr>Conclusion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Bartonella Henselae(Lyme Diease)</dc:title>
  <dc:creator>Thomas Pham</dc:creator>
  <cp:lastModifiedBy>Firedrake Silver</cp:lastModifiedBy>
  <cp:revision>2</cp:revision>
  <dcterms:created xsi:type="dcterms:W3CDTF">2012-10-13T21:02:56Z</dcterms:created>
  <dcterms:modified xsi:type="dcterms:W3CDTF">2025-11-03T11:50:01Z</dcterms:modified>
</cp:coreProperties>
</file>